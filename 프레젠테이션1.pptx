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7" r:id="rId3"/>
    <p:sldId id="25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51" autoAdjust="0"/>
    <p:restoredTop sz="94660"/>
  </p:normalViewPr>
  <p:slideViewPr>
    <p:cSldViewPr snapToGrid="0">
      <p:cViewPr varScale="1">
        <p:scale>
          <a:sx n="47" d="100"/>
          <a:sy n="47" d="100"/>
        </p:scale>
        <p:origin x="42" y="14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6618AC-85C9-4F43-BAE9-9616C94E0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26D874-964D-45AC-B9EC-B1B36C422B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7D8D1C-D2AA-4F5B-B08A-C96AD55E8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9B257-82F5-48E5-89D3-A1EE985F9891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7AD342-4A19-4EAA-849B-4EDFDDA32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B58FDB-7575-4DF1-B264-086799B42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6D27-DE9E-4F09-B4DD-2E36D230A2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770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114AC3-8E45-4366-BDE4-848B11D1E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835C9F-B552-4E84-AE5B-696D240A6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D97DE0-3F80-429B-9A34-E9CF7DBFE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9B257-82F5-48E5-89D3-A1EE985F9891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BE75CD-BAF2-4EAC-917C-B979ED44E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DE85C4-9CDB-434D-9A6D-EC050622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6D27-DE9E-4F09-B4DD-2E36D230A2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8371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0494B1-E5BA-4AE5-A7D1-FEDB7F236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1B5A56-85E9-4408-8E68-D6752593C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5030DD-8B44-452F-9ACC-77AC0B7B2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9B257-82F5-48E5-89D3-A1EE985F9891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4069AE-0D31-4DA0-A3E5-F3A110CB7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F65681-5E6A-4815-82DC-05E408FF1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6D27-DE9E-4F09-B4DD-2E36D230A2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280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0D333A-C197-4065-8CB5-3F40C8C75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827842-873E-4F5A-A3BC-A192BDA909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CE363E-29EF-4E4D-87D9-CDA9446E0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FB62AE-1114-4E25-9D9F-76590224B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9B257-82F5-48E5-89D3-A1EE985F9891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801AAF-F20F-458D-B947-E5FB8CE06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EFFC13-CB2B-4553-8588-EA92DB783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6D27-DE9E-4F09-B4DD-2E36D230A2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7412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6B2460-0520-4024-A948-615B1519B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09D1E3-F63F-42F0-BDF2-CC1A23B66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958C48-E9B2-4EBE-92CD-CBBE8C27A4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91870F2-4E42-495F-9E48-F466F5B1B4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490DFA2-83A4-479B-8936-C9FC21CB80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7E279EB-EACB-4BA9-A24E-1DB065456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9B257-82F5-48E5-89D3-A1EE985F9891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6836FA2-7535-40D7-85E1-B0357462A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655CF50-5D47-47A5-BAA2-BC8B1CBD9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6D27-DE9E-4F09-B4DD-2E36D230A2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249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F9D547-0703-4D3F-AEBE-70E17FCCC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90094D1-6310-41AB-9A1A-EAD5A4FFE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9B257-82F5-48E5-89D3-A1EE985F9891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B2CC393-8FD9-4FED-B644-05F3EA27F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3821D79-AF49-4E70-98E5-03F9768B0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6D27-DE9E-4F09-B4DD-2E36D230A2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533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7CDEDC-D865-4758-A4D2-BDF57D009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9B257-82F5-48E5-89D3-A1EE985F9891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E65A44E-39B6-4C3D-8D67-6E6C51473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80D114-8073-470C-B1D0-84A8FDF68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6D27-DE9E-4F09-B4DD-2E36D230A2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55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8DCFF-9214-4FF6-A932-90D57FA0B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4884EC-8325-436C-9ADC-6BD97DEEB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3F2133E-B3C2-4A2A-9BE5-20708AC9D8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ECA51D-FB6E-451B-B913-3FD131699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9B257-82F5-48E5-89D3-A1EE985F9891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1CF4B6-3B4F-435A-B428-FA41234EB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D90123-3F4E-4600-B194-A19865DE3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6D27-DE9E-4F09-B4DD-2E36D230A2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436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E9903-88FA-436D-8356-5BE2102E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6F1A788-6115-4E52-9651-3996B93522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E4AF57-1F03-4442-80C6-40E1880A7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443B81-2444-4D61-8114-149F127D1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9B257-82F5-48E5-89D3-A1EE985F9891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82EF2A-B578-4311-9482-51D049D1E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DB9C98-7213-4DAF-964D-FA8C8BFAB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6D27-DE9E-4F09-B4DD-2E36D230A2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4324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D14515-0AFB-44DC-805C-DC480B5F3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6B8135-A993-4FE1-8D30-2C02CEDCD1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1371C9-FED4-4AB9-AD5F-CAB542F5E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9B257-82F5-48E5-89D3-A1EE985F9891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D43572-29C9-4DB2-BC26-0FC0846D2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DB9418-907F-4955-93BC-93162A88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6D27-DE9E-4F09-B4DD-2E36D230A2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397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A170CD-B305-48E7-9160-7B1159BB7E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ED3B5A1-71FE-470F-AEC5-1CB06D1D0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2AC9E8-E6FA-4B5B-BFB0-D8FE471C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9B257-82F5-48E5-89D3-A1EE985F9891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8A3FAF-C617-48AB-A6F8-63D970C54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A5735D-E11C-40DF-8CC2-D4BED5425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6D27-DE9E-4F09-B4DD-2E36D230A2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591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C47E575-1D5B-4991-AEBC-4390382EF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33BC6C-4BAE-4676-BDD6-8D8B67401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80189C-7D55-40C0-BA85-2E5CB6E011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9B257-82F5-48E5-89D3-A1EE985F9891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796228-AD3E-4B9F-BC00-1B5801FB75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8D17BE-3809-42D3-9F61-9E1BB243A9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56D27-DE9E-4F09-B4DD-2E36D230A2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86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0525EAA-43A4-494F-95FF-62900A437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04"/>
            <a:ext cx="12192000" cy="684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068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8FBDF44-7EDA-4088-856F-A8EE84B6B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9" y="0"/>
            <a:ext cx="121491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27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DBFDEC8-6556-43EE-9F7A-37CE3E062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493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221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0BFB779-6FA3-4D19-80B8-D17F6A122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1"/>
            <a:ext cx="12192000" cy="685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806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7FC6965-A5E7-4F18-BCA7-32BDEDE24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89"/>
            <a:ext cx="12192000" cy="684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780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A5FBD6C-E0DD-4A85-8F37-FA4C7FFE9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1"/>
            <a:ext cx="12192000" cy="685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268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FABEAD3-D433-4664-A9C5-87BE2D9A6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81"/>
            <a:ext cx="12192000" cy="684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820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2C93D94-2385-4C75-A565-6A748954F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04"/>
            <a:ext cx="12192000" cy="682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126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4AF8991-2F1A-400E-97AF-EBABAE3B1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93"/>
            <a:ext cx="12192000" cy="6839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7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1636519-FFB0-44A4-9AE8-D1CE1431B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1"/>
            <a:ext cx="12192000" cy="685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500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7580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0359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와이드스크린</PresentationFormat>
  <Paragraphs>0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admin</cp:lastModifiedBy>
  <cp:revision>3</cp:revision>
  <dcterms:created xsi:type="dcterms:W3CDTF">2026-10-21T12:32:19Z</dcterms:created>
  <dcterms:modified xsi:type="dcterms:W3CDTF">2026-10-21T12:49:34Z</dcterms:modified>
</cp:coreProperties>
</file>